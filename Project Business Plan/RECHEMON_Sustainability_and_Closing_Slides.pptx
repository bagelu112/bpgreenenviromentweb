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_sustainability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_closing_kesimpulan_kelaya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sustainability_and_closing_un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