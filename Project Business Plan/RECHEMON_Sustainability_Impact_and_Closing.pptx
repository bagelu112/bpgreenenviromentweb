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sustainability_impact_and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"/>
            <a:ext cx="3200400" cy="502920"/>
          </a:xfrm>
          <a:prstGeom prst="rect">
            <a:avLst/>
          </a:prstGeom>
          <a:solidFill>
            <a:srgbClr val="0A3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PAGE 9 &amp; 10 | IMPACT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3981"/>
                </a:solidFill>
              </a:defRPr>
            </a:pPr>
            <a:r>
              <a:t>Sustainability Impact</a:t>
            </a:r>
          </a:p>
          <a:p>
            <a:pPr>
              <a:defRPr sz="1200" b="1">
                <a:solidFill>
                  <a:srgbClr val="2E58A6"/>
                </a:solidFill>
              </a:defRPr>
            </a:pPr>
            <a:r>
              <a:t>Dampak Multiplikator bagi Lingkungan, Sosial &amp; SDGs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169164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MANFAAT LINGKUNGAN (PLANET)</a:t>
            </a:r>
          </a:p>
          <a:p>
            <a:pPr>
              <a:defRPr sz="1100" b="1">
                <a:solidFill>
                  <a:srgbClr val="0A3981"/>
                </a:solidFill>
              </a:defRPr>
            </a:pPr>
            <a:r>
              <a:t>• 800.000 L / Hari Hemat Air Bersih via Closed-Loop Water Reuse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• 98,9% Eliminasi B3: Pemisahan logam berat nikel, tembaga, dan seng tuntas.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On-Site Modular: Meniadakan emisi karbon &amp; risiko tumpahan truk tangki limbah.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74720"/>
            <a:ext cx="5303520" cy="164592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MANFAAT MASYARAKAT &amp; SOSIAL (PEOPLE)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Perlindungan Air Minum Warga: Menjaga air tanah publik dari eksploitasi data center.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Mitigasi Konflik Sosial: Menjaga hubungan harmonis industri dengan warga lokal.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Kesehatan &amp; Bebas Racun: Menghilangkan risiko paparan lindi kimia berbahaya.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57800"/>
            <a:ext cx="53035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3981"/>
                </a:solidFill>
              </a:defRPr>
            </a:pPr>
            <a:r>
              <a:t>KONTRIBUSI SDGS : SDG 6 (Air Bersih) • SDG 9 (Inovasi Industri) • SDG 12 (Produksi Bertanggung Jawab)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868680"/>
            <a:ext cx="5394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3981"/>
                </a:solidFill>
              </a:defRPr>
            </a:pPr>
            <a:r>
              <a:t>Closing &amp; Kesimpulan</a:t>
            </a:r>
          </a:p>
          <a:p>
            <a:pPr>
              <a:defRPr sz="1200" b="1">
                <a:solidFill>
                  <a:srgbClr val="2E58A6"/>
                </a:solidFill>
              </a:defRPr>
            </a:pPr>
            <a:r>
              <a:t>Mengapa Ide Bisnis RECHEMON Sangat Layak Dijalankan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606040" cy="164592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981"/>
                </a:solidFill>
              </a:defRPr>
            </a:pPr>
            <a:r>
              <a:t>01. Kebutuhan Pasar Nyata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Menyelesaikan 2 krisis serentak: kebutuhan air pendingin fasilitas AI &amp; denda regulasi ketat limbah B3.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645920"/>
            <a:ext cx="2606040" cy="164592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981"/>
                </a:solidFill>
              </a:defRPr>
            </a:pPr>
            <a:r>
              <a:t>02. Finansial Sangat Sehat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Margin kotor 52% (Rp 2,34 M/unit). Titik impas (BEP) tercapai hanya 3 unit di Tahun 1 (Omzet Rp 14,55 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2606040" cy="164592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981"/>
                </a:solidFill>
              </a:defRPr>
            </a:pPr>
            <a:r>
              <a:t>03. Valorisasi Sirkular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Dual-output inovatif: air murni pendingin server AI + konversi ampas padat menjadi paving block sirkular.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474720"/>
            <a:ext cx="2606040" cy="164592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981"/>
                </a:solidFill>
              </a:defRPr>
            </a:pPr>
            <a:r>
              <a:t>04. Validasi Bertanggung Jawab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Roadmap terukur: pengujian laboratorium TCLP, perakitan unit 1.000 L/hari, hingga pilot project komersial.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64240" cy="685800"/>
          </a:xfrm>
          <a:prstGeom prst="roundRect">
            <a:avLst/>
          </a:prstGeom>
          <a:solidFill>
            <a:srgbClr val="0A3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BE877"/>
                </a:solidFill>
              </a:defRPr>
            </a:pPr>
            <a:r>
              <a:t>KESIMPULAN: RECHEMON Mengubah Beban Limbah Menjadi Solusi Pendingin AI Menuju Zero-Waste Industri Indonesia.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